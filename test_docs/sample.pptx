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DocMind AI Launch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local-first RAG assistant for teams</a:t>
            </a:r>
          </a:p>
          <a:p>
            <a:r>
              <a:t>Prepared by the Product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Local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 cloud dependencies: everything runs on the user's machine</a:t>
            </a:r>
          </a:p>
          <a:p>
            <a:pPr/>
            <a:r>
              <a:t>Privacy: sensitive documents never leave the device</a:t>
            </a:r>
          </a:p>
          <a:p>
            <a:pPr/>
            <a:r>
              <a:t>Cost: free inference via Ollama open models</a:t>
            </a:r>
          </a:p>
          <a:p>
            <a:pPr/>
            <a:r>
              <a:t>Speed: small models answer quickly on consumer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Q1: MVP with local files and chat</a:t>
            </a:r>
          </a:p>
          <a:p>
            <a:pPr/>
            <a:r>
              <a:t>Q2: GitHub and website ingestion</a:t>
            </a:r>
          </a:p>
          <a:p>
            <a:pPr/>
            <a:r>
              <a:t>Q3: Hybrid BM25 + vector retrieval</a:t>
            </a:r>
          </a:p>
          <a:p>
            <a:pPr/>
            <a:r>
              <a:t>Q4: Index caching and speed improvements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Answer latency under 5 seconds</a:t>
            </a:r>
          </a:p>
          <a:p>
            <a:pPr/>
            <a:r>
              <a:t>Support for 10+ file formats</a:t>
            </a:r>
          </a:p>
          <a:p>
            <a:pPr/>
            <a:r>
              <a:t>Up to 300 documents per ingestion run</a:t>
            </a:r>
          </a:p>
          <a:p>
            <a:pPr/>
            <a:r>
              <a:t>Zero data sent to the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